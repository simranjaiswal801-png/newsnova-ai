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rcRect l="372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11920" y="490680"/>
            <a:ext cx="5024520" cy="175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585760" y="691200"/>
            <a:ext cx="3469320" cy="445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4;p13"/>
          <p:cNvPicPr/>
          <p:nvPr/>
        </p:nvPicPr>
        <p:blipFill>
          <a:blip r:embed="rId2"/>
          <a:stretch/>
        </p:blipFill>
        <p:spPr>
          <a:xfrm>
            <a:off x="0" y="360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82240" y="3918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282240" y="28555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282960" y="23241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282240" y="3386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282240" y="444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title"/>
          </p:nvPr>
        </p:nvSpPr>
        <p:spPr>
          <a:xfrm>
            <a:off x="5221440" y="308520"/>
            <a:ext cx="3631320" cy="100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/>
          <p:cNvPicPr/>
          <p:nvPr/>
        </p:nvPicPr>
        <p:blipFill>
          <a:blip r:embed="rId2"/>
          <a:srcRect l="616"/>
          <a:stretch/>
        </p:blipFill>
        <p:spPr>
          <a:xfrm>
            <a:off x="0" y="0"/>
            <a:ext cx="90871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677600" y="485640"/>
            <a:ext cx="7175520" cy="135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71;p15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29692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3157560" y="304920"/>
            <a:ext cx="591840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505680" y="1961280"/>
            <a:ext cx="5349960" cy="283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317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1" name="Google Shape;77;p16"/>
          <p:cNvPicPr/>
          <p:nvPr/>
        </p:nvPicPr>
        <p:blipFill>
          <a:blip r:embed="rId2"/>
          <a:srcRect l="-13357" t="4877" r="13357" b="52464"/>
          <a:stretch/>
        </p:blipFill>
        <p:spPr>
          <a:xfrm rot="10800000">
            <a:off x="360" y="3031920"/>
            <a:ext cx="9143640" cy="211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78;p16"/>
          <p:cNvPicPr/>
          <p:nvPr/>
        </p:nvPicPr>
        <p:blipFill>
          <a:blip r:embed="rId3"/>
          <a:srcRect l="72344" t="25162" r="853" b="22599"/>
          <a:stretch/>
        </p:blipFill>
        <p:spPr>
          <a:xfrm>
            <a:off x="6694200" y="0"/>
            <a:ext cx="2449440" cy="2585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4" name="Google Shape;81;p17"/>
          <p:cNvPicPr/>
          <p:nvPr/>
        </p:nvPicPr>
        <p:blipFill>
          <a:blip r:embed="rId2"/>
          <a:srcRect l="-24476" t="2369" r="24476" b="-2369"/>
          <a:stretch/>
        </p:blipFill>
        <p:spPr>
          <a:xfrm>
            <a:off x="0" y="0"/>
            <a:ext cx="9143640" cy="4951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3;p18"/>
          <p:cNvPicPr/>
          <p:nvPr/>
        </p:nvPicPr>
        <p:blipFill>
          <a:blip r:embed="rId2"/>
          <a:stretch/>
        </p:blipFill>
        <p:spPr>
          <a:xfrm>
            <a:off x="0" y="0"/>
            <a:ext cx="9143640" cy="495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079080" y="2207160"/>
            <a:ext cx="920520" cy="43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413280" y="2207160"/>
            <a:ext cx="920520" cy="43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title"/>
          </p:nvPr>
        </p:nvSpPr>
        <p:spPr>
          <a:xfrm>
            <a:off x="5746320" y="2207160"/>
            <a:ext cx="920520" cy="43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413280" y="3099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2;p19"/>
          <p:cNvPicPr/>
          <p:nvPr/>
        </p:nvPicPr>
        <p:blipFill>
          <a:blip r:embed="rId2"/>
          <a:stretch/>
        </p:blipFill>
        <p:spPr>
          <a:xfrm rot="10800000" flipH="1">
            <a:off x="0" y="192240"/>
            <a:ext cx="9143640" cy="495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5316480" y="347652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5316480" y="166788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2865240" y="1668240"/>
            <a:ext cx="792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title"/>
          </p:nvPr>
        </p:nvSpPr>
        <p:spPr>
          <a:xfrm>
            <a:off x="2864520" y="347652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title"/>
          </p:nvPr>
        </p:nvSpPr>
        <p:spPr>
          <a:xfrm>
            <a:off x="412200" y="166788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title"/>
          </p:nvPr>
        </p:nvSpPr>
        <p:spPr>
          <a:xfrm>
            <a:off x="412200" y="3476520"/>
            <a:ext cx="794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65560" y="510480"/>
            <a:ext cx="41929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565560" y="1970280"/>
            <a:ext cx="41929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lt2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0" name="Google Shape;111;p20"/>
          <p:cNvPicPr/>
          <p:nvPr/>
        </p:nvPicPr>
        <p:blipFill>
          <a:blip r:embed="rId2"/>
          <a:srcRect l="659" r="5106" b="5177"/>
          <a:stretch/>
        </p:blipFill>
        <p:spPr>
          <a:xfrm rot="10800000">
            <a:off x="56880" y="0"/>
            <a:ext cx="908712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112;p20"/>
          <p:cNvPicPr/>
          <p:nvPr/>
        </p:nvPicPr>
        <p:blipFill>
          <a:blip r:embed="rId3"/>
          <a:srcRect l="73197" t="14242" b="33519"/>
          <a:stretch/>
        </p:blipFill>
        <p:spPr>
          <a:xfrm rot="10800000">
            <a:off x="360" y="2557440"/>
            <a:ext cx="2449440" cy="25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836600" y="1193400"/>
            <a:ext cx="4307040" cy="394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4;p3"/>
          <p:cNvPicPr/>
          <p:nvPr/>
        </p:nvPicPr>
        <p:blipFill>
          <a:blip r:embed="rId2"/>
          <a:srcRect l="373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70080" y="2355480"/>
            <a:ext cx="4792680" cy="158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6351120" y="15264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95520" y="1507320"/>
            <a:ext cx="3948480" cy="2973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115;p21"/>
          <p:cNvPicPr/>
          <p:nvPr/>
        </p:nvPicPr>
        <p:blipFill>
          <a:blip r:embed="rId2"/>
          <a:srcRect l="-8567" r="12300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65560" y="5047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Google Shape;118;p21"/>
          <p:cNvSpPr/>
          <p:nvPr/>
        </p:nvSpPr>
        <p:spPr>
          <a:xfrm>
            <a:off x="5766840" y="3377160"/>
            <a:ext cx="297684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20;p4"/>
          <p:cNvPicPr/>
          <p:nvPr/>
        </p:nvPicPr>
        <p:blipFill>
          <a:blip r:embed="rId2"/>
          <a:srcRect t="-7978" b="7978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124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13280" y="1089000"/>
            <a:ext cx="8124840" cy="343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24;p5"/>
          <p:cNvGrpSpPr/>
          <p:nvPr/>
        </p:nvGrpSpPr>
        <p:grpSpPr>
          <a:xfrm>
            <a:off x="0" y="0"/>
            <a:ext cx="9143640" cy="5143680"/>
            <a:chOff x="0" y="0"/>
            <a:chExt cx="9143640" cy="5143680"/>
          </a:xfrm>
        </p:grpSpPr>
        <p:pic>
          <p:nvPicPr>
            <p:cNvPr id="54" name="Google Shape;25;p5"/>
            <p:cNvPicPr/>
            <p:nvPr/>
          </p:nvPicPr>
          <p:blipFill>
            <a:blip r:embed="rId2"/>
            <a:srcRect l="734" t="14280" r="5031" b="-9100"/>
            <a:stretch/>
          </p:blipFill>
          <p:spPr>
            <a:xfrm rot="10800000" flipH="1">
              <a:off x="0" y="0"/>
              <a:ext cx="908712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5" name="Google Shape;26;p5"/>
            <p:cNvPicPr/>
            <p:nvPr/>
          </p:nvPicPr>
          <p:blipFill>
            <a:blip r:embed="rId3"/>
            <a:srcRect l="72344" t="21048" r="853" b="26716"/>
            <a:stretch/>
          </p:blipFill>
          <p:spPr>
            <a:xfrm>
              <a:off x="6694200" y="0"/>
              <a:ext cx="2449440" cy="2585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0" y="1831320"/>
            <a:ext cx="3782160" cy="244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34;p6"/>
          <p:cNvPicPr/>
          <p:nvPr/>
        </p:nvPicPr>
        <p:blipFill>
          <a:blip r:embed="rId2"/>
          <a:stretch/>
        </p:blipFill>
        <p:spPr>
          <a:xfrm>
            <a:off x="0" y="0"/>
            <a:ext cx="9143640" cy="495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13280" y="309960"/>
            <a:ext cx="8339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228600" y="4666320"/>
            <a:ext cx="3355560" cy="248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26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29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136;p28"/>
          <p:cNvPicPr/>
          <p:nvPr/>
        </p:nvPicPr>
        <p:blipFill>
          <a:blip r:embed="rId2"/>
          <a:stretch/>
        </p:blipFill>
        <p:spPr>
          <a:xfrm>
            <a:off x="5585760" y="691200"/>
            <a:ext cx="3469320" cy="445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14440" y="495360"/>
            <a:ext cx="5028840" cy="1761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NewsNova AI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514440" y="4095720"/>
            <a:ext cx="2409480" cy="56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AI-native news made simple for students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Goldman"/>
              </a:rPr>
              <a:t>ET GEN AI HACKATHON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About Me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Simran Jaiswal, CSE (Data Science) student passionate about AI, development, and building real-world solutions.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About Nova AI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A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smart news assistant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that simplifies complex information into fast, student-friendly explanations.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Why I built this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Students struggle with dense news; I created NewsNova AI to make news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simple, actionable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, and a tool for faster learning.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67;p31"/>
          <p:cNvPicPr/>
          <p:nvPr/>
        </p:nvPicPr>
        <p:blipFill>
          <a:blip r:embed="rId2"/>
          <a:stretch/>
        </p:blipFill>
        <p:spPr>
          <a:xfrm>
            <a:off x="0" y="0"/>
            <a:ext cx="2969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152880" y="304920"/>
            <a:ext cx="591480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Introduction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3505320" y="1962000"/>
            <a:ext cx="5352840" cy="283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NewsNova AI delivers an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AI-native news experience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that helps students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understand news, not just read it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Quick, student-focused summaries and explanations turn long articles into actionable insights, saving time and improving learning.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“News that thinks for you.”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Goldman"/>
              </a:rPr>
              <a:t>Problem &amp; Need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3" name="image69c69a96d9339" descr="image69c69a96d933f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Goldman"/>
              </a:rPr>
              <a:t>Complex articles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News articles are often long and technical, causing cognitive overload and wasted time for students.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NewsNova AI provides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2–3 line summaries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and simplified explanations so users grasp the core quickly and move on to learning or action.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76520" y="485640"/>
            <a:ext cx="7171920" cy="135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Student clarity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2886120" y="1905120"/>
            <a:ext cx="5886000" cy="272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Students need clear, relatable explanations in simple language (Hinglish option available).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Our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Explain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feature converts complex reporting into student-friendly insights, boosting comprehension and study efficiency.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Goldman"/>
              </a:rPr>
              <a:t>Lack personalization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Students face generic news feeds that overwhelm with irrelevant detail and no tailored learning path.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NewsNova AI delivers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personalized explanations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and concise summaries, matching reading level and interests to speed comprehension and retention.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90" name="image69c69a96e4327" descr="image69c69a96e432b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Goldman"/>
              </a:rPr>
              <a:t>Solution &amp; Features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93" name="image69c69a96ef091" descr="image69c69a96ef096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Goldman"/>
              </a:rPr>
              <a:t>AI explain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The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Explain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button converts dense reporting into clear, student-friendly language in 2–3 lines.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This feature offers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contextual simplification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, optional Hinglish, and immediate clarity to support faster learning and discussion.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Goldman"/>
              </a:rPr>
              <a:t>Real-time news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Fetches up-to-date stories via News API for timely learning and classroom relevance.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Combined with smart filtering, users receive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current, concise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</a:rPr>
              <a:t> updates tailored to their preferences and study needs.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98" name="image69c69a9705eb6" descr="image69c69a9705ebc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76520" y="485640"/>
            <a:ext cx="7171920" cy="135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Future scope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2886120" y="1905120"/>
            <a:ext cx="5886000" cy="272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Expand to voice explanations, multilingual support, personalized recommendations, and AI fact-checking.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These enhancements aim to make news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accessible, trustworthy,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and an active learning tool for every student.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76520" y="485640"/>
            <a:ext cx="7171920" cy="135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Goldman"/>
                <a:ea typeface="Goldman"/>
              </a:rPr>
              <a:t>Conclusions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2886120" y="1905120"/>
            <a:ext cx="5886000" cy="272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NewsNova AI transforms overwhelming news into bite-sized, personalized learning moments that save time and boost understanding.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By combining real-time feeds with AI-driven simplification, this product empowers students to stay informed and engaged—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news that thinks for you.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61960" y="546017"/>
            <a:ext cx="5086080" cy="10156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5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 </a:t>
            </a: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561960" y="1562040"/>
            <a:ext cx="4447800" cy="36933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C97C8-77A2-183F-050C-FA9F06CB1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4950"/>
            <a:ext cx="9048750" cy="3638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397</Words>
  <Application>Microsoft Office PowerPoint</Application>
  <PresentationFormat>On-screen Show (16:9)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Albert Sans</vt:lpstr>
      <vt:lpstr>Arial</vt:lpstr>
      <vt:lpstr>Calibri</vt:lpstr>
      <vt:lpstr>Goldman</vt:lpstr>
      <vt:lpstr>Open Sans</vt:lpstr>
      <vt:lpstr>OpenSymbol</vt:lpstr>
      <vt:lpstr>Symbol</vt:lpstr>
      <vt:lpstr>Wingdings</vt:lpstr>
      <vt:lpstr>Technology Innovations by Slidesgo</vt:lpstr>
      <vt:lpstr>Slidesgo Final Pages</vt:lpstr>
      <vt:lpstr>NewsNova AI</vt:lpstr>
      <vt:lpstr>PowerPoint Presentation</vt:lpstr>
      <vt:lpstr>Introduction</vt:lpstr>
      <vt:lpstr>PowerPoint Presentation</vt:lpstr>
      <vt:lpstr>PowerPoint Presentation</vt:lpstr>
      <vt:lpstr>Student clarity</vt:lpstr>
      <vt:lpstr>PowerPoint Presentation</vt:lpstr>
      <vt:lpstr>PowerPoint Presentation</vt:lpstr>
      <vt:lpstr>PowerPoint Presentation</vt:lpstr>
      <vt:lpstr>PowerPoint Presentation</vt:lpstr>
      <vt:lpstr>Future scope</vt:lpstr>
      <vt:lpstr>Conclusions</vt:lpstr>
      <vt:lpstr> 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simran jaiswal</cp:lastModifiedBy>
  <cp:revision>1</cp:revision>
  <dcterms:modified xsi:type="dcterms:W3CDTF">2026-03-27T15:05:32Z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2026-03-27T14:56:20Z</dcterms:created>
  <dc:creator>Unknown Creator</dc:creator>
  <dc:description/>
  <dc:language>en-US</dc:language>
  <cp:lastModifiedBy>Unknown Creator</cp:lastModifiedBy>
  <dcterms:modified xsi:type="dcterms:W3CDTF">2026-03-27T14:56:20Z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